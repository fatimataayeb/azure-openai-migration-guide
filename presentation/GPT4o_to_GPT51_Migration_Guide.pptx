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Migration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 → GPT-5.1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Migration Guide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Situation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happening and why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Microsoft is retiring GPT-4o models from Azure OpenAI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deployments must migrate to GPT-5.1 or services will stop working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3931920" cy="73152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Environment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Type: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PayGo Regional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Auto-Upgrade: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9,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Retirement: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31,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377440"/>
            <a:ext cx="3931920" cy="73152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 Environment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Type: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PTU (Provisioned)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Auto-Upgrade: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(manual)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Retirement: </a:t>
            </a:r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October 1, 2026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deadlines you need to know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1645920"/>
          </a:xfrm>
          <a:prstGeom prst="rect">
            <a:avLst/>
          </a:prstGeom>
          <a:solidFill>
            <a:srgbClr val="FFB90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Auto-Upgrade Starts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1645920"/>
          </a:xfrm>
          <a:prstGeom prst="rect">
            <a:avLst/>
          </a:prstGeom>
          <a:solidFill>
            <a:srgbClr val="D134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31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GPT-4o Retired (Standard)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1645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 GPT-4o Retired (PTU)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2834640"/>
            <a:ext cx="182880" cy="0"/>
          </a:xfrm>
          <a:prstGeom prst="line">
            <a:avLst/>
          </a:prstGeom>
          <a:noFill/>
          <a:ln w="25400">
            <a:solidFill>
              <a:srgbClr val="3231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834640"/>
            <a:ext cx="182880" cy="0"/>
          </a:xfrm>
          <a:prstGeom prst="line">
            <a:avLst/>
          </a:prstGeom>
          <a:noFill/>
          <a:ln w="25400">
            <a:solidFill>
              <a:srgbClr val="3231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E6F7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After March 9, Dev will be on GPT-5.1 while Prod stays on GPT-4o. Use this window to test thoroughly before production migration.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Needs to Change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Breaking API changes that will cause errors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01168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temperature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Removed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from code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top_p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Removed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Remove from code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max_tokens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1343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 Removed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max_completion_tokens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role: "system"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7C1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Supported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9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 Deprecated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role: "developer"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reasoning_effort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78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New (default: none)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 to control behavior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FECEC"/>
          </a:solidFill>
          <a:ln w="12700">
            <a:solidFill>
              <a:srgbClr val="D134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If code uses temperature or max_tokens without changes, API will return HTTP 400 errors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process for safe migration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code, build golden dataset, set up evaluations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51760" cy="54864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evaluations, shadow test, compare GPT-4o vs GPT-5.1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Canary 5%, progressive rollout, continuous monitoring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Steps: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Update API version to 2025-06-01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Remove temperature, top_p, frequency_penalty parameters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Change max_tokens → max_completion_tokens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Change system role → developer 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Add reasoning_effort parameter (none/low/medium/high)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Build golden dataset with Arabic + English test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Run Azure AI Foundry evaluations to compare models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with Azure AI Foundry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validate quality before and after migration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828800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057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1828800" cy="640080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Both Models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920240"/>
            <a:ext cx="1828800" cy="64008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Metrics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23760" y="1920240"/>
            <a:ext cx="12801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 (scored 1-5):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Coherence: </a:t>
            </a:r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Logical flow and clarity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Relevance: </a:t>
            </a:r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Addresses the query appropriately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Groundedness: </a:t>
            </a:r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Factual alignment with 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Similarity: </a:t>
            </a:r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match to expected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E6F7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Microsoft Can Help: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on Azure AI Foundry evaluation SDK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set up evaluation pipelines and quality metrics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Guidance on prompt optimization for GPT-5.1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during production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Things to Call 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considerations from community learnings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reasoning_effort defaults to "none"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#1 cause of quality regression. GPT-5.1 will produce shallower responses without explicit reasoning_effort setting.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73152" cy="137160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GPT-5.1 has different "personality"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feedback: GPT-5 is "colder" and "more robotic". Explicitly define warmth and personality in developer message.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Arabic language needs extra testing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behavior shifts between versions for non-English languages. Dedicate 30%+ of test cases to Arabic scenarios.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73152" cy="137160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718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stakeholders must 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metrics can pass while users hate the tone. Get sign-off from business team before production.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F3F2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Shadow testing for 1+ week is critical — synthetic test cases don't capture real-world edge cases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Checklist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your progress through the migration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Pre-Migration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Inventory all Azure OpenAI deployments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Identify Standard vs PTU deployments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Set NoAutoUpgrade on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Update code for API changes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Build golden dataset (50+ test cases)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Include Arabic and English scenarios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Set up Azure AI Foundry evaluations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Establish GPT-4o baseline scores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&amp; Post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Run GPT-5.1 evaluation on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Compare scores to GPT-4o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Investigate any &gt;10% regressions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Shadow test for 1+ week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Get business stakeholder sign-off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Canary deploy at 5% traffic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Progressive rollout to 100%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☐ Enable continuous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discovery call this week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current deployments, identify at-risk workloads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84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deep-dive session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review, API changes, evaluation setup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training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workshop for evaluation SDK and best practices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30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support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guidance through testing and production rollout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04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get started — schedule the call this week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OpenAI GPT-4o to GPT-5.1 Migration Guide</dc:title>
  <dc:subject>PptxGenJS Presentation</dc:subject>
  <dc:creator>Microsoft</dc:creator>
  <cp:lastModifiedBy>Microsoft</cp:lastModifiedBy>
  <cp:revision>1</cp:revision>
  <dcterms:created xsi:type="dcterms:W3CDTF">2026-02-16T12:42:11Z</dcterms:created>
  <dcterms:modified xsi:type="dcterms:W3CDTF">2026-02-16T12:42:11Z</dcterms:modified>
</cp:coreProperties>
</file>